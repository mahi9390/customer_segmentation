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2" r:id="rId5"/>
    <p:sldId id="276" r:id="rId6"/>
    <p:sldId id="275" r:id="rId7"/>
    <p:sldId id="294" r:id="rId8"/>
    <p:sldId id="295" r:id="rId9"/>
    <p:sldId id="297" r:id="rId10"/>
    <p:sldId id="284" r:id="rId11"/>
    <p:sldId id="278" r:id="rId12"/>
    <p:sldId id="299" r:id="rId13"/>
    <p:sldId id="296" r:id="rId14"/>
    <p:sldId id="293" r:id="rId15"/>
    <p:sldId id="298" r:id="rId16"/>
    <p:sldId id="288" r:id="rId17"/>
    <p:sldId id="28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B2D"/>
    <a:srgbClr val="D30ED8"/>
    <a:srgbClr val="490532"/>
    <a:srgbClr val="446992"/>
    <a:srgbClr val="AEC2D8"/>
    <a:srgbClr val="98432A"/>
    <a:srgbClr val="D84400"/>
    <a:srgbClr val="44678D"/>
    <a:srgbClr val="263E5A"/>
    <a:srgbClr val="D6E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04CECA-3B16-4D89-8E8B-C597359D6850}" v="251" dt="2026-02-02T15:36:38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5033" autoAdjust="0"/>
  </p:normalViewPr>
  <p:slideViewPr>
    <p:cSldViewPr snapToGrid="0" showGuides="1">
      <p:cViewPr varScale="1">
        <p:scale>
          <a:sx n="79" d="100"/>
          <a:sy n="79" d="100"/>
        </p:scale>
        <p:origin x="610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mangali" userId="19df09ad2f154328" providerId="LiveId" clId="{9991AB3A-D692-45DD-9C00-5CBE8249E62A}"/>
    <pc:docChg chg="undo custSel addSld delSld modSld">
      <pc:chgData name="mahesh mangali" userId="19df09ad2f154328" providerId="LiveId" clId="{9991AB3A-D692-45DD-9C00-5CBE8249E62A}" dt="2026-02-02T15:38:08.899" v="915" actId="14100"/>
      <pc:docMkLst>
        <pc:docMk/>
      </pc:docMkLst>
      <pc:sldChg chg="modSp">
        <pc:chgData name="mahesh mangali" userId="19df09ad2f154328" providerId="LiveId" clId="{9991AB3A-D692-45DD-9C00-5CBE8249E62A}" dt="2026-01-24T13:02:02.249" v="116"/>
        <pc:sldMkLst>
          <pc:docMk/>
          <pc:sldMk cId="2775535166" sldId="275"/>
        </pc:sldMkLst>
        <pc:spChg chg="mod">
          <ac:chgData name="mahesh mangali" userId="19df09ad2f154328" providerId="LiveId" clId="{9991AB3A-D692-45DD-9C00-5CBE8249E62A}" dt="2026-01-24T13:02:02.249" v="116"/>
          <ac:spMkLst>
            <pc:docMk/>
            <pc:sldMk cId="2775535166" sldId="275"/>
            <ac:spMk id="8" creationId="{D36D0CF6-7418-9349-F7A8-045EA96B2D03}"/>
          </ac:spMkLst>
        </pc:spChg>
      </pc:sldChg>
      <pc:sldChg chg="modSp mod">
        <pc:chgData name="mahesh mangali" userId="19df09ad2f154328" providerId="LiveId" clId="{9991AB3A-D692-45DD-9C00-5CBE8249E62A}" dt="2026-02-01T11:49:59.726" v="136" actId="1076"/>
        <pc:sldMkLst>
          <pc:docMk/>
          <pc:sldMk cId="77554804" sldId="276"/>
        </pc:sldMkLst>
        <pc:spChg chg="mod">
          <ac:chgData name="mahesh mangali" userId="19df09ad2f154328" providerId="LiveId" clId="{9991AB3A-D692-45DD-9C00-5CBE8249E62A}" dt="2026-01-24T13:01:33.337" v="115"/>
          <ac:spMkLst>
            <pc:docMk/>
            <pc:sldMk cId="77554804" sldId="276"/>
            <ac:spMk id="4" creationId="{0A01EC1F-42C9-66C4-9D49-F6AF79D5BE91}"/>
          </ac:spMkLst>
        </pc:spChg>
        <pc:spChg chg="mod">
          <ac:chgData name="mahesh mangali" userId="19df09ad2f154328" providerId="LiveId" clId="{9991AB3A-D692-45DD-9C00-5CBE8249E62A}" dt="2026-02-01T11:49:59.726" v="136" actId="1076"/>
          <ac:spMkLst>
            <pc:docMk/>
            <pc:sldMk cId="77554804" sldId="276"/>
            <ac:spMk id="20" creationId="{CC0093B1-77CC-1E61-FB22-E136F94EABD2}"/>
          </ac:spMkLst>
        </pc:spChg>
      </pc:sldChg>
      <pc:sldChg chg="addSp delSp modSp mod">
        <pc:chgData name="mahesh mangali" userId="19df09ad2f154328" providerId="LiveId" clId="{9991AB3A-D692-45DD-9C00-5CBE8249E62A}" dt="2026-02-01T14:22:46.465" v="642" actId="2711"/>
        <pc:sldMkLst>
          <pc:docMk/>
          <pc:sldMk cId="1640288181" sldId="278"/>
        </pc:sldMkLst>
        <pc:spChg chg="del">
          <ac:chgData name="mahesh mangali" userId="19df09ad2f154328" providerId="LiveId" clId="{9991AB3A-D692-45DD-9C00-5CBE8249E62A}" dt="2026-02-01T13:56:54.352" v="489" actId="21"/>
          <ac:spMkLst>
            <pc:docMk/>
            <pc:sldMk cId="1640288181" sldId="278"/>
            <ac:spMk id="3" creationId="{AB4A1A50-9014-5306-C688-3D8D006283A0}"/>
          </ac:spMkLst>
        </pc:spChg>
        <pc:spChg chg="mod">
          <ac:chgData name="mahesh mangali" userId="19df09ad2f154328" providerId="LiveId" clId="{9991AB3A-D692-45DD-9C00-5CBE8249E62A}" dt="2026-01-24T13:06:52.414" v="122"/>
          <ac:spMkLst>
            <pc:docMk/>
            <pc:sldMk cId="1640288181" sldId="278"/>
            <ac:spMk id="4" creationId="{8FD23934-4A07-2183-483D-999C4EEC4F76}"/>
          </ac:spMkLst>
        </pc:spChg>
        <pc:spChg chg="add del mod">
          <ac:chgData name="mahesh mangali" userId="19df09ad2f154328" providerId="LiveId" clId="{9991AB3A-D692-45DD-9C00-5CBE8249E62A}" dt="2026-02-01T13:57:05.243" v="491" actId="21"/>
          <ac:spMkLst>
            <pc:docMk/>
            <pc:sldMk cId="1640288181" sldId="278"/>
            <ac:spMk id="6" creationId="{EF0E6200-8CB2-AE49-A35E-76F005282637}"/>
          </ac:spMkLst>
        </pc:spChg>
        <pc:spChg chg="add mod">
          <ac:chgData name="mahesh mangali" userId="19df09ad2f154328" providerId="LiveId" clId="{9991AB3A-D692-45DD-9C00-5CBE8249E62A}" dt="2026-02-01T14:17:08.810" v="554" actId="1076"/>
          <ac:spMkLst>
            <pc:docMk/>
            <pc:sldMk cId="1640288181" sldId="278"/>
            <ac:spMk id="7" creationId="{7695AD9A-D276-097E-2DB1-F76D9A8D9D15}"/>
          </ac:spMkLst>
        </pc:spChg>
        <pc:spChg chg="add mod">
          <ac:chgData name="mahesh mangali" userId="19df09ad2f154328" providerId="LiveId" clId="{9991AB3A-D692-45DD-9C00-5CBE8249E62A}" dt="2026-02-01T14:18:09.215" v="562" actId="1076"/>
          <ac:spMkLst>
            <pc:docMk/>
            <pc:sldMk cId="1640288181" sldId="278"/>
            <ac:spMk id="8" creationId="{F0F60DBA-0944-AEF8-BA48-A22A61538B15}"/>
          </ac:spMkLst>
        </pc:spChg>
        <pc:spChg chg="add mod">
          <ac:chgData name="mahesh mangali" userId="19df09ad2f154328" providerId="LiveId" clId="{9991AB3A-D692-45DD-9C00-5CBE8249E62A}" dt="2026-02-01T14:17:40.055" v="558" actId="1076"/>
          <ac:spMkLst>
            <pc:docMk/>
            <pc:sldMk cId="1640288181" sldId="278"/>
            <ac:spMk id="9" creationId="{CFE65230-5C52-986B-CA3D-FE754721C845}"/>
          </ac:spMkLst>
        </pc:spChg>
        <pc:spChg chg="mod">
          <ac:chgData name="mahesh mangali" userId="19df09ad2f154328" providerId="LiveId" clId="{9991AB3A-D692-45DD-9C00-5CBE8249E62A}" dt="2026-02-01T14:18:52.095" v="567" actId="1076"/>
          <ac:spMkLst>
            <pc:docMk/>
            <pc:sldMk cId="1640288181" sldId="278"/>
            <ac:spMk id="10" creationId="{4C6EC6F6-F346-241D-C2AD-CEA21AF2E091}"/>
          </ac:spMkLst>
        </pc:spChg>
        <pc:spChg chg="add mod">
          <ac:chgData name="mahesh mangali" userId="19df09ad2f154328" providerId="LiveId" clId="{9991AB3A-D692-45DD-9C00-5CBE8249E62A}" dt="2026-02-01T14:17:15.371" v="555" actId="1076"/>
          <ac:spMkLst>
            <pc:docMk/>
            <pc:sldMk cId="1640288181" sldId="278"/>
            <ac:spMk id="11" creationId="{F851DA80-918E-6A1C-C8E3-5F89DC79341E}"/>
          </ac:spMkLst>
        </pc:spChg>
        <pc:spChg chg="add mod">
          <ac:chgData name="mahesh mangali" userId="19df09ad2f154328" providerId="LiveId" clId="{9991AB3A-D692-45DD-9C00-5CBE8249E62A}" dt="2026-02-01T14:17:46.959" v="559" actId="1076"/>
          <ac:spMkLst>
            <pc:docMk/>
            <pc:sldMk cId="1640288181" sldId="278"/>
            <ac:spMk id="12" creationId="{2853F945-DAAB-ED8E-3C17-5CD91952AA92}"/>
          </ac:spMkLst>
        </pc:spChg>
        <pc:spChg chg="add mod">
          <ac:chgData name="mahesh mangali" userId="19df09ad2f154328" providerId="LiveId" clId="{9991AB3A-D692-45DD-9C00-5CBE8249E62A}" dt="2026-02-01T14:18:19.027" v="563" actId="1076"/>
          <ac:spMkLst>
            <pc:docMk/>
            <pc:sldMk cId="1640288181" sldId="278"/>
            <ac:spMk id="13" creationId="{E945F580-C799-29AA-D1AA-F1632912790E}"/>
          </ac:spMkLst>
        </pc:spChg>
        <pc:spChg chg="add mod">
          <ac:chgData name="mahesh mangali" userId="19df09ad2f154328" providerId="LiveId" clId="{9991AB3A-D692-45DD-9C00-5CBE8249E62A}" dt="2026-02-01T14:19:24.905" v="573" actId="1076"/>
          <ac:spMkLst>
            <pc:docMk/>
            <pc:sldMk cId="1640288181" sldId="278"/>
            <ac:spMk id="15" creationId="{F9631E57-1173-E2FB-78D4-5F57B5961598}"/>
          </ac:spMkLst>
        </pc:spChg>
        <pc:spChg chg="add mod">
          <ac:chgData name="mahesh mangali" userId="19df09ad2f154328" providerId="LiveId" clId="{9991AB3A-D692-45DD-9C00-5CBE8249E62A}" dt="2026-02-01T14:20:59.840" v="622" actId="20577"/>
          <ac:spMkLst>
            <pc:docMk/>
            <pc:sldMk cId="1640288181" sldId="278"/>
            <ac:spMk id="16" creationId="{4D3440AB-2A3B-6E86-DB4A-CD91D6171148}"/>
          </ac:spMkLst>
        </pc:spChg>
        <pc:spChg chg="add mod">
          <ac:chgData name="mahesh mangali" userId="19df09ad2f154328" providerId="LiveId" clId="{9991AB3A-D692-45DD-9C00-5CBE8249E62A}" dt="2026-02-01T14:21:19.876" v="636" actId="20577"/>
          <ac:spMkLst>
            <pc:docMk/>
            <pc:sldMk cId="1640288181" sldId="278"/>
            <ac:spMk id="17" creationId="{784BEF25-4058-B245-1E86-CDA588370F81}"/>
          </ac:spMkLst>
        </pc:spChg>
        <pc:spChg chg="add mod">
          <ac:chgData name="mahesh mangali" userId="19df09ad2f154328" providerId="LiveId" clId="{9991AB3A-D692-45DD-9C00-5CBE8249E62A}" dt="2026-02-01T14:20:24.612" v="598" actId="2711"/>
          <ac:spMkLst>
            <pc:docMk/>
            <pc:sldMk cId="1640288181" sldId="278"/>
            <ac:spMk id="18" creationId="{A2184F73-0B85-A743-C326-3B2AB390E04E}"/>
          </ac:spMkLst>
        </pc:spChg>
        <pc:spChg chg="add mod">
          <ac:chgData name="mahesh mangali" userId="19df09ad2f154328" providerId="LiveId" clId="{9991AB3A-D692-45DD-9C00-5CBE8249E62A}" dt="2026-02-01T14:22:46.465" v="642" actId="2711"/>
          <ac:spMkLst>
            <pc:docMk/>
            <pc:sldMk cId="1640288181" sldId="278"/>
            <ac:spMk id="19" creationId="{803CCD1D-F6F3-AA4B-6E36-ABD634782448}"/>
          </ac:spMkLst>
        </pc:spChg>
        <pc:graphicFrameChg chg="del">
          <ac:chgData name="mahesh mangali" userId="19df09ad2f154328" providerId="LiveId" clId="{9991AB3A-D692-45DD-9C00-5CBE8249E62A}" dt="2026-02-01T13:57:00.796" v="490" actId="478"/>
          <ac:graphicFrameMkLst>
            <pc:docMk/>
            <pc:sldMk cId="1640288181" sldId="278"/>
            <ac:graphicFrameMk id="14" creationId="{B7C287C2-FD80-40E0-BEEE-ABC91A81663B}"/>
          </ac:graphicFrameMkLst>
        </pc:graphicFrameChg>
      </pc:sldChg>
      <pc:sldChg chg="addSp delSp modSp del mod">
        <pc:chgData name="mahesh mangali" userId="19df09ad2f154328" providerId="LiveId" clId="{9991AB3A-D692-45DD-9C00-5CBE8249E62A}" dt="2026-02-01T13:55:59.687" v="487" actId="2696"/>
        <pc:sldMkLst>
          <pc:docMk/>
          <pc:sldMk cId="2517140333" sldId="283"/>
        </pc:sldMkLst>
        <pc:spChg chg="add del mod">
          <ac:chgData name="mahesh mangali" userId="19df09ad2f154328" providerId="LiveId" clId="{9991AB3A-D692-45DD-9C00-5CBE8249E62A}" dt="2026-02-01T13:55:48.293" v="486" actId="478"/>
          <ac:spMkLst>
            <pc:docMk/>
            <pc:sldMk cId="2517140333" sldId="283"/>
            <ac:spMk id="6" creationId="{58F0336D-C215-F02E-5AA9-CB62AA5A64D8}"/>
          </ac:spMkLst>
        </pc:spChg>
        <pc:picChg chg="del">
          <ac:chgData name="mahesh mangali" userId="19df09ad2f154328" providerId="LiveId" clId="{9991AB3A-D692-45DD-9C00-5CBE8249E62A}" dt="2026-02-01T13:55:44.042" v="485" actId="478"/>
          <ac:picMkLst>
            <pc:docMk/>
            <pc:sldMk cId="2517140333" sldId="283"/>
            <ac:picMk id="14" creationId="{33C59A08-3A06-4556-AC83-C1337E73D0B3}"/>
          </ac:picMkLst>
        </pc:picChg>
      </pc:sldChg>
      <pc:sldChg chg="addSp delSp modSp mod">
        <pc:chgData name="mahesh mangali" userId="19df09ad2f154328" providerId="LiveId" clId="{9991AB3A-D692-45DD-9C00-5CBE8249E62A}" dt="2026-02-01T12:40:06.911" v="484" actId="14100"/>
        <pc:sldMkLst>
          <pc:docMk/>
          <pc:sldMk cId="2624021206" sldId="284"/>
        </pc:sldMkLst>
        <pc:spChg chg="add del mod">
          <ac:chgData name="mahesh mangali" userId="19df09ad2f154328" providerId="LiveId" clId="{9991AB3A-D692-45DD-9C00-5CBE8249E62A}" dt="2026-02-01T12:30:22.030" v="381" actId="21"/>
          <ac:spMkLst>
            <pc:docMk/>
            <pc:sldMk cId="2624021206" sldId="284"/>
            <ac:spMk id="3" creationId="{50F3B7BB-2FA4-1442-1835-6C005CDA273A}"/>
          </ac:spMkLst>
        </pc:spChg>
        <pc:spChg chg="mod">
          <ac:chgData name="mahesh mangali" userId="19df09ad2f154328" providerId="LiveId" clId="{9991AB3A-D692-45DD-9C00-5CBE8249E62A}" dt="2026-01-24T13:03:38.274" v="119"/>
          <ac:spMkLst>
            <pc:docMk/>
            <pc:sldMk cId="2624021206" sldId="284"/>
            <ac:spMk id="4" creationId="{DEFD68CE-EF5C-4046-41F5-3763D028DAE5}"/>
          </ac:spMkLst>
        </pc:spChg>
        <pc:spChg chg="add del mod">
          <ac:chgData name="mahesh mangali" userId="19df09ad2f154328" providerId="LiveId" clId="{9991AB3A-D692-45DD-9C00-5CBE8249E62A}" dt="2026-02-01T12:31:03.457" v="387" actId="478"/>
          <ac:spMkLst>
            <pc:docMk/>
            <pc:sldMk cId="2624021206" sldId="284"/>
            <ac:spMk id="7" creationId="{E5EE8C88-055B-EEDA-D372-5621D5829CE8}"/>
          </ac:spMkLst>
        </pc:spChg>
        <pc:spChg chg="add del mod">
          <ac:chgData name="mahesh mangali" userId="19df09ad2f154328" providerId="LiveId" clId="{9991AB3A-D692-45DD-9C00-5CBE8249E62A}" dt="2026-02-01T12:30:40.901" v="385" actId="21"/>
          <ac:spMkLst>
            <pc:docMk/>
            <pc:sldMk cId="2624021206" sldId="284"/>
            <ac:spMk id="9" creationId="{DB228E47-31DC-22ED-12A1-3B8B066435E0}"/>
          </ac:spMkLst>
        </pc:spChg>
        <pc:spChg chg="add del mod">
          <ac:chgData name="mahesh mangali" userId="19df09ad2f154328" providerId="LiveId" clId="{9991AB3A-D692-45DD-9C00-5CBE8249E62A}" dt="2026-02-01T12:31:08.785" v="388" actId="21"/>
          <ac:spMkLst>
            <pc:docMk/>
            <pc:sldMk cId="2624021206" sldId="284"/>
            <ac:spMk id="10" creationId="{94642C59-A488-F9DF-E77D-D5CE59E399EF}"/>
          </ac:spMkLst>
        </pc:spChg>
        <pc:spChg chg="add del mod">
          <ac:chgData name="mahesh mangali" userId="19df09ad2f154328" providerId="LiveId" clId="{9991AB3A-D692-45DD-9C00-5CBE8249E62A}" dt="2026-02-01T12:31:14.082" v="389" actId="21"/>
          <ac:spMkLst>
            <pc:docMk/>
            <pc:sldMk cId="2624021206" sldId="284"/>
            <ac:spMk id="11" creationId="{ADEE3819-6636-CBED-797E-8B2D27739D20}"/>
          </ac:spMkLst>
        </pc:spChg>
        <pc:spChg chg="del">
          <ac:chgData name="mahesh mangali" userId="19df09ad2f154328" providerId="LiveId" clId="{9991AB3A-D692-45DD-9C00-5CBE8249E62A}" dt="2026-02-01T12:31:03.457" v="387" actId="478"/>
          <ac:spMkLst>
            <pc:docMk/>
            <pc:sldMk cId="2624021206" sldId="284"/>
            <ac:spMk id="12" creationId="{85EAF4C7-DF73-888E-5CE1-E65A1FC55F6D}"/>
          </ac:spMkLst>
        </pc:spChg>
        <pc:spChg chg="add del mod">
          <ac:chgData name="mahesh mangali" userId="19df09ad2f154328" providerId="LiveId" clId="{9991AB3A-D692-45DD-9C00-5CBE8249E62A}" dt="2026-02-01T12:32:04.237" v="440"/>
          <ac:spMkLst>
            <pc:docMk/>
            <pc:sldMk cId="2624021206" sldId="284"/>
            <ac:spMk id="13" creationId="{09EBD07C-A5DF-5391-CFA0-A44594EDEA15}"/>
          </ac:spMkLst>
        </pc:spChg>
        <pc:spChg chg="add mod">
          <ac:chgData name="mahesh mangali" userId="19df09ad2f154328" providerId="LiveId" clId="{9991AB3A-D692-45DD-9C00-5CBE8249E62A}" dt="2026-02-01T12:33:11.119" v="451" actId="1076"/>
          <ac:spMkLst>
            <pc:docMk/>
            <pc:sldMk cId="2624021206" sldId="284"/>
            <ac:spMk id="14" creationId="{B07CF96D-C099-B1FF-DB07-E852DE3DFFC1}"/>
          </ac:spMkLst>
        </pc:spChg>
        <pc:spChg chg="del">
          <ac:chgData name="mahesh mangali" userId="19df09ad2f154328" providerId="LiveId" clId="{9991AB3A-D692-45DD-9C00-5CBE8249E62A}" dt="2026-02-01T12:31:03.457" v="387" actId="478"/>
          <ac:spMkLst>
            <pc:docMk/>
            <pc:sldMk cId="2624021206" sldId="284"/>
            <ac:spMk id="18" creationId="{04186231-331E-0485-D36C-11F1BF77E04D}"/>
          </ac:spMkLst>
        </pc:spChg>
        <pc:spChg chg="del">
          <ac:chgData name="mahesh mangali" userId="19df09ad2f154328" providerId="LiveId" clId="{9991AB3A-D692-45DD-9C00-5CBE8249E62A}" dt="2026-02-01T12:31:03.457" v="387" actId="478"/>
          <ac:spMkLst>
            <pc:docMk/>
            <pc:sldMk cId="2624021206" sldId="284"/>
            <ac:spMk id="25" creationId="{E518E4C4-2854-39A6-DCB3-11864B8B3B42}"/>
          </ac:spMkLst>
        </pc:spChg>
        <pc:spChg chg="mod">
          <ac:chgData name="mahesh mangali" userId="19df09ad2f154328" providerId="LiveId" clId="{9991AB3A-D692-45DD-9C00-5CBE8249E62A}" dt="2026-02-01T12:31:36.708" v="436" actId="14100"/>
          <ac:spMkLst>
            <pc:docMk/>
            <pc:sldMk cId="2624021206" sldId="284"/>
            <ac:spMk id="38" creationId="{478CB64C-71AF-6B72-8069-000DD250502E}"/>
          </ac:spMkLst>
        </pc:spChg>
        <pc:spChg chg="del">
          <ac:chgData name="mahesh mangali" userId="19df09ad2f154328" providerId="LiveId" clId="{9991AB3A-D692-45DD-9C00-5CBE8249E62A}" dt="2026-02-01T12:30:10.467" v="380" actId="478"/>
          <ac:spMkLst>
            <pc:docMk/>
            <pc:sldMk cId="2624021206" sldId="284"/>
            <ac:spMk id="40" creationId="{FA2F9A05-8E79-46FF-1ABA-927EF2D69BC5}"/>
          </ac:spMkLst>
        </pc:spChg>
        <pc:spChg chg="del mod">
          <ac:chgData name="mahesh mangali" userId="19df09ad2f154328" providerId="LiveId" clId="{9991AB3A-D692-45DD-9C00-5CBE8249E62A}" dt="2026-02-01T12:30:29.173" v="383" actId="21"/>
          <ac:spMkLst>
            <pc:docMk/>
            <pc:sldMk cId="2624021206" sldId="284"/>
            <ac:spMk id="42" creationId="{48BF8F22-E288-84B0-03E9-82D678051D45}"/>
          </ac:spMkLst>
        </pc:spChg>
        <pc:spChg chg="del">
          <ac:chgData name="mahesh mangali" userId="19df09ad2f154328" providerId="LiveId" clId="{9991AB3A-D692-45DD-9C00-5CBE8249E62A}" dt="2026-02-01T12:30:34.837" v="384" actId="21"/>
          <ac:spMkLst>
            <pc:docMk/>
            <pc:sldMk cId="2624021206" sldId="284"/>
            <ac:spMk id="44" creationId="{D0C47E92-8875-E555-5480-8A9BAEE853A7}"/>
          </ac:spMkLst>
        </pc:spChg>
        <pc:picChg chg="add mod">
          <ac:chgData name="mahesh mangali" userId="19df09ad2f154328" providerId="LiveId" clId="{9991AB3A-D692-45DD-9C00-5CBE8249E62A}" dt="2026-02-01T12:36:43.527" v="462" actId="14100"/>
          <ac:picMkLst>
            <pc:docMk/>
            <pc:sldMk cId="2624021206" sldId="284"/>
            <ac:picMk id="16" creationId="{7DD45C70-4AF6-7F52-0637-381BBE5355CE}"/>
          </ac:picMkLst>
        </pc:picChg>
        <pc:picChg chg="add mod">
          <ac:chgData name="mahesh mangali" userId="19df09ad2f154328" providerId="LiveId" clId="{9991AB3A-D692-45DD-9C00-5CBE8249E62A}" dt="2026-02-01T12:39:55.842" v="483" actId="14100"/>
          <ac:picMkLst>
            <pc:docMk/>
            <pc:sldMk cId="2624021206" sldId="284"/>
            <ac:picMk id="19" creationId="{0A02295E-98D5-E362-59DE-D4C3B82BC1F1}"/>
          </ac:picMkLst>
        </pc:picChg>
        <pc:picChg chg="add mod">
          <ac:chgData name="mahesh mangali" userId="19df09ad2f154328" providerId="LiveId" clId="{9991AB3A-D692-45DD-9C00-5CBE8249E62A}" dt="2026-02-01T12:39:42.914" v="480" actId="14100"/>
          <ac:picMkLst>
            <pc:docMk/>
            <pc:sldMk cId="2624021206" sldId="284"/>
            <ac:picMk id="21" creationId="{3DFF6336-9E95-FEB5-9503-2B0AD08A528A}"/>
          </ac:picMkLst>
        </pc:picChg>
        <pc:picChg chg="add mod">
          <ac:chgData name="mahesh mangali" userId="19df09ad2f154328" providerId="LiveId" clId="{9991AB3A-D692-45DD-9C00-5CBE8249E62A}" dt="2026-02-01T12:40:06.911" v="484" actId="14100"/>
          <ac:picMkLst>
            <pc:docMk/>
            <pc:sldMk cId="2624021206" sldId="284"/>
            <ac:picMk id="23" creationId="{49A04E73-DFB7-0DBC-9EB1-1B485A36AA16}"/>
          </ac:picMkLst>
        </pc:picChg>
        <pc:picChg chg="add del mod">
          <ac:chgData name="mahesh mangali" userId="19df09ad2f154328" providerId="LiveId" clId="{9991AB3A-D692-45DD-9C00-5CBE8249E62A}" dt="2026-02-01T12:33:50.737" v="456" actId="478"/>
          <ac:picMkLst>
            <pc:docMk/>
            <pc:sldMk cId="2624021206" sldId="284"/>
            <ac:picMk id="3075" creationId="{C0368BE6-B95E-A905-E78C-AE301DD691E8}"/>
          </ac:picMkLst>
        </pc:picChg>
      </pc:sldChg>
      <pc:sldChg chg="addSp modSp mod">
        <pc:chgData name="mahesh mangali" userId="19df09ad2f154328" providerId="LiveId" clId="{9991AB3A-D692-45DD-9C00-5CBE8249E62A}" dt="2026-02-01T16:12:40.995" v="888" actId="1076"/>
        <pc:sldMkLst>
          <pc:docMk/>
          <pc:sldMk cId="4157533387" sldId="288"/>
        </pc:sldMkLst>
        <pc:spChg chg="mod">
          <ac:chgData name="mahesh mangali" userId="19df09ad2f154328" providerId="LiveId" clId="{9991AB3A-D692-45DD-9C00-5CBE8249E62A}" dt="2026-02-01T16:12:19.885" v="884" actId="2710"/>
          <ac:spMkLst>
            <pc:docMk/>
            <pc:sldMk cId="4157533387" sldId="288"/>
            <ac:spMk id="2" creationId="{5C3D16BD-9239-970E-5210-E7CE3FBE799F}"/>
          </ac:spMkLst>
        </pc:spChg>
        <pc:spChg chg="add">
          <ac:chgData name="mahesh mangali" userId="19df09ad2f154328" providerId="LiveId" clId="{9991AB3A-D692-45DD-9C00-5CBE8249E62A}" dt="2026-02-01T16:10:23.353" v="872"/>
          <ac:spMkLst>
            <pc:docMk/>
            <pc:sldMk cId="4157533387" sldId="288"/>
            <ac:spMk id="3" creationId="{F28904A6-F20E-099D-122C-DF29809A5C9D}"/>
          </ac:spMkLst>
        </pc:spChg>
        <pc:spChg chg="mod">
          <ac:chgData name="mahesh mangali" userId="19df09ad2f154328" providerId="LiveId" clId="{9991AB3A-D692-45DD-9C00-5CBE8249E62A}" dt="2026-01-24T13:08:06.918" v="124"/>
          <ac:spMkLst>
            <pc:docMk/>
            <pc:sldMk cId="4157533387" sldId="288"/>
            <ac:spMk id="4" creationId="{8E531165-F745-171F-F6EC-07FDD4E3E06C}"/>
          </ac:spMkLst>
        </pc:spChg>
        <pc:spChg chg="mod">
          <ac:chgData name="mahesh mangali" userId="19df09ad2f154328" providerId="LiveId" clId="{9991AB3A-D692-45DD-9C00-5CBE8249E62A}" dt="2026-02-01T16:12:40.995" v="888" actId="1076"/>
          <ac:spMkLst>
            <pc:docMk/>
            <pc:sldMk cId="4157533387" sldId="288"/>
            <ac:spMk id="8" creationId="{F242E56F-9CD3-4C00-7B5B-E85AD7D69177}"/>
          </ac:spMkLst>
        </pc:spChg>
      </pc:sldChg>
      <pc:sldChg chg="modSp">
        <pc:chgData name="mahesh mangali" userId="19df09ad2f154328" providerId="LiveId" clId="{9991AB3A-D692-45DD-9C00-5CBE8249E62A}" dt="2026-01-24T13:08:14.337" v="125"/>
        <pc:sldMkLst>
          <pc:docMk/>
          <pc:sldMk cId="529279411" sldId="289"/>
        </pc:sldMkLst>
        <pc:spChg chg="mod">
          <ac:chgData name="mahesh mangali" userId="19df09ad2f154328" providerId="LiveId" clId="{9991AB3A-D692-45DD-9C00-5CBE8249E62A}" dt="2026-01-24T13:08:14.337" v="125"/>
          <ac:spMkLst>
            <pc:docMk/>
            <pc:sldMk cId="529279411" sldId="289"/>
            <ac:spMk id="5" creationId="{A954E8FF-50C6-A7E2-E9AD-ED72BFCAF447}"/>
          </ac:spMkLst>
        </pc:spChg>
      </pc:sldChg>
      <pc:sldChg chg="modSp mod">
        <pc:chgData name="mahesh mangali" userId="19df09ad2f154328" providerId="LiveId" clId="{9991AB3A-D692-45DD-9C00-5CBE8249E62A}" dt="2026-01-24T13:01:21.219" v="114" actId="14100"/>
        <pc:sldMkLst>
          <pc:docMk/>
          <pc:sldMk cId="3898447929" sldId="292"/>
        </pc:sldMkLst>
        <pc:spChg chg="mod">
          <ac:chgData name="mahesh mangali" userId="19df09ad2f154328" providerId="LiveId" clId="{9991AB3A-D692-45DD-9C00-5CBE8249E62A}" dt="2026-01-24T13:01:16.969" v="113" actId="1076"/>
          <ac:spMkLst>
            <pc:docMk/>
            <pc:sldMk cId="3898447929" sldId="292"/>
            <ac:spMk id="7" creationId="{93A3B864-5E85-99D2-93E5-5CA1F4F35DC7}"/>
          </ac:spMkLst>
        </pc:spChg>
        <pc:spChg chg="mod">
          <ac:chgData name="mahesh mangali" userId="19df09ad2f154328" providerId="LiveId" clId="{9991AB3A-D692-45DD-9C00-5CBE8249E62A}" dt="2026-01-24T13:01:21.219" v="114" actId="14100"/>
          <ac:spMkLst>
            <pc:docMk/>
            <pc:sldMk cId="3898447929" sldId="292"/>
            <ac:spMk id="9" creationId="{485E0237-B9A1-0B58-E0AA-05EF84817EB4}"/>
          </ac:spMkLst>
        </pc:spChg>
      </pc:sldChg>
      <pc:sldChg chg="addSp delSp modSp mod">
        <pc:chgData name="mahesh mangali" userId="19df09ad2f154328" providerId="LiveId" clId="{9991AB3A-D692-45DD-9C00-5CBE8249E62A}" dt="2026-02-01T16:07:07.535" v="866" actId="1076"/>
        <pc:sldMkLst>
          <pc:docMk/>
          <pc:sldMk cId="4182148033" sldId="293"/>
        </pc:sldMkLst>
        <pc:spChg chg="add mod">
          <ac:chgData name="mahesh mangali" userId="19df09ad2f154328" providerId="LiveId" clId="{9991AB3A-D692-45DD-9C00-5CBE8249E62A}" dt="2026-02-01T16:07:02.695" v="865" actId="14100"/>
          <ac:spMkLst>
            <pc:docMk/>
            <pc:sldMk cId="4182148033" sldId="293"/>
            <ac:spMk id="2" creationId="{90B7A879-B04F-77A8-F1A5-897783D364B5}"/>
          </ac:spMkLst>
        </pc:spChg>
        <pc:spChg chg="del mod">
          <ac:chgData name="mahesh mangali" userId="19df09ad2f154328" providerId="LiveId" clId="{9991AB3A-D692-45DD-9C00-5CBE8249E62A}" dt="2026-02-01T16:05:46.109" v="853" actId="21"/>
          <ac:spMkLst>
            <pc:docMk/>
            <pc:sldMk cId="4182148033" sldId="293"/>
            <ac:spMk id="11" creationId="{3ADEBA14-035C-9827-1BA1-74495DE7125B}"/>
          </ac:spMkLst>
        </pc:spChg>
        <pc:spChg chg="mod">
          <ac:chgData name="mahesh mangali" userId="19df09ad2f154328" providerId="LiveId" clId="{9991AB3A-D692-45DD-9C00-5CBE8249E62A}" dt="2026-01-24T13:12:47.699" v="127"/>
          <ac:spMkLst>
            <pc:docMk/>
            <pc:sldMk cId="4182148033" sldId="293"/>
            <ac:spMk id="13" creationId="{8FC138F9-3D61-E272-C4BC-0301DA10D5C8}"/>
          </ac:spMkLst>
        </pc:spChg>
        <pc:spChg chg="mod">
          <ac:chgData name="mahesh mangali" userId="19df09ad2f154328" providerId="LiveId" clId="{9991AB3A-D692-45DD-9C00-5CBE8249E62A}" dt="2026-02-01T16:07:07.535" v="866" actId="1076"/>
          <ac:spMkLst>
            <pc:docMk/>
            <pc:sldMk cId="4182148033" sldId="293"/>
            <ac:spMk id="60" creationId="{0031CE36-F77D-3964-C169-771DBA49D28A}"/>
          </ac:spMkLst>
        </pc:spChg>
      </pc:sldChg>
      <pc:sldChg chg="addSp delSp modSp mod">
        <pc:chgData name="mahesh mangali" userId="19df09ad2f154328" providerId="LiveId" clId="{9991AB3A-D692-45DD-9C00-5CBE8249E62A}" dt="2026-02-01T12:07:07.505" v="239" actId="1076"/>
        <pc:sldMkLst>
          <pc:docMk/>
          <pc:sldMk cId="32955924" sldId="294"/>
        </pc:sldMkLst>
        <pc:spChg chg="add del mod">
          <ac:chgData name="mahesh mangali" userId="19df09ad2f154328" providerId="LiveId" clId="{9991AB3A-D692-45DD-9C00-5CBE8249E62A}" dt="2026-02-01T11:59:08.229" v="201"/>
          <ac:spMkLst>
            <pc:docMk/>
            <pc:sldMk cId="32955924" sldId="294"/>
            <ac:spMk id="2" creationId="{68F91B90-4BAB-373D-4AA6-6CB27D999594}"/>
          </ac:spMkLst>
        </pc:spChg>
        <pc:spChg chg="add del mod">
          <ac:chgData name="mahesh mangali" userId="19df09ad2f154328" providerId="LiveId" clId="{9991AB3A-D692-45DD-9C00-5CBE8249E62A}" dt="2026-02-01T11:59:08.232" v="203"/>
          <ac:spMkLst>
            <pc:docMk/>
            <pc:sldMk cId="32955924" sldId="294"/>
            <ac:spMk id="3" creationId="{E58F9BCC-6125-BE61-7291-3795C1706CB7}"/>
          </ac:spMkLst>
        </pc:spChg>
        <pc:spChg chg="mod">
          <ac:chgData name="mahesh mangali" userId="19df09ad2f154328" providerId="LiveId" clId="{9991AB3A-D692-45DD-9C00-5CBE8249E62A}" dt="2026-01-24T13:02:11.476" v="117"/>
          <ac:spMkLst>
            <pc:docMk/>
            <pc:sldMk cId="32955924" sldId="294"/>
            <ac:spMk id="4" creationId="{8A610345-FF40-D90A-5C88-A462A10E487B}"/>
          </ac:spMkLst>
        </pc:spChg>
        <pc:spChg chg="mod">
          <ac:chgData name="mahesh mangali" userId="19df09ad2f154328" providerId="LiveId" clId="{9991AB3A-D692-45DD-9C00-5CBE8249E62A}" dt="2026-02-01T12:06:47.446" v="238" actId="1076"/>
          <ac:spMkLst>
            <pc:docMk/>
            <pc:sldMk cId="32955924" sldId="294"/>
            <ac:spMk id="6" creationId="{613663CA-BA5A-41E7-1FBE-D38846DFEF75}"/>
          </ac:spMkLst>
        </pc:spChg>
        <pc:spChg chg="mod">
          <ac:chgData name="mahesh mangali" userId="19df09ad2f154328" providerId="LiveId" clId="{9991AB3A-D692-45DD-9C00-5CBE8249E62A}" dt="2026-02-01T11:54:58.364" v="170" actId="20577"/>
          <ac:spMkLst>
            <pc:docMk/>
            <pc:sldMk cId="32955924" sldId="294"/>
            <ac:spMk id="7" creationId="{4E6EA0DE-6714-C1D0-C04C-DBD83E051685}"/>
          </ac:spMkLst>
        </pc:spChg>
        <pc:spChg chg="add del mod">
          <ac:chgData name="mahesh mangali" userId="19df09ad2f154328" providerId="LiveId" clId="{9991AB3A-D692-45DD-9C00-5CBE8249E62A}" dt="2026-02-01T12:02:07.512" v="218"/>
          <ac:spMkLst>
            <pc:docMk/>
            <pc:sldMk cId="32955924" sldId="294"/>
            <ac:spMk id="8" creationId="{8F0107B9-3A2A-C178-5D84-A0CA26A3B311}"/>
          </ac:spMkLst>
        </pc:spChg>
        <pc:spChg chg="add mod">
          <ac:chgData name="mahesh mangali" userId="19df09ad2f154328" providerId="LiveId" clId="{9991AB3A-D692-45DD-9C00-5CBE8249E62A}" dt="2026-02-01T12:07:07.505" v="239" actId="1076"/>
          <ac:spMkLst>
            <pc:docMk/>
            <pc:sldMk cId="32955924" sldId="294"/>
            <ac:spMk id="9" creationId="{560DF1DB-4EE2-D741-3F22-EE2E137EA063}"/>
          </ac:spMkLst>
        </pc:spChg>
        <pc:spChg chg="del mod">
          <ac:chgData name="mahesh mangali" userId="19df09ad2f154328" providerId="LiveId" clId="{9991AB3A-D692-45DD-9C00-5CBE8249E62A}" dt="2026-02-01T12:03:10.714" v="225" actId="21"/>
          <ac:spMkLst>
            <pc:docMk/>
            <pc:sldMk cId="32955924" sldId="294"/>
            <ac:spMk id="10" creationId="{2E245BE7-AA3C-1EE2-C01D-D89545AFE15B}"/>
          </ac:spMkLst>
        </pc:spChg>
        <pc:spChg chg="mod">
          <ac:chgData name="mahesh mangali" userId="19df09ad2f154328" providerId="LiveId" clId="{9991AB3A-D692-45DD-9C00-5CBE8249E62A}" dt="2026-02-01T12:02:56.814" v="224" actId="12"/>
          <ac:spMkLst>
            <pc:docMk/>
            <pc:sldMk cId="32955924" sldId="294"/>
            <ac:spMk id="11" creationId="{02CEC6EF-006F-693B-5D79-47FD797CB22B}"/>
          </ac:spMkLst>
        </pc:spChg>
        <pc:spChg chg="mod">
          <ac:chgData name="mahesh mangali" userId="19df09ad2f154328" providerId="LiveId" clId="{9991AB3A-D692-45DD-9C00-5CBE8249E62A}" dt="2026-02-01T12:03:19.888" v="226" actId="1076"/>
          <ac:spMkLst>
            <pc:docMk/>
            <pc:sldMk cId="32955924" sldId="294"/>
            <ac:spMk id="12" creationId="{91CF1C34-7F87-EBC5-88C6-66B61EB021C9}"/>
          </ac:spMkLst>
        </pc:spChg>
        <pc:picChg chg="del">
          <ac:chgData name="mahesh mangali" userId="19df09ad2f154328" providerId="LiveId" clId="{9991AB3A-D692-45DD-9C00-5CBE8249E62A}" dt="2026-02-01T11:54:07.263" v="141" actId="478"/>
          <ac:picMkLst>
            <pc:docMk/>
            <pc:sldMk cId="32955924" sldId="294"/>
            <ac:picMk id="14" creationId="{88778F28-4147-CB84-CF4E-0DB9EE36154A}"/>
          </ac:picMkLst>
        </pc:picChg>
        <pc:picChg chg="add mod">
          <ac:chgData name="mahesh mangali" userId="19df09ad2f154328" providerId="LiveId" clId="{9991AB3A-D692-45DD-9C00-5CBE8249E62A}" dt="2026-02-01T12:05:50.036" v="237" actId="1076"/>
          <ac:picMkLst>
            <pc:docMk/>
            <pc:sldMk cId="32955924" sldId="294"/>
            <ac:picMk id="15" creationId="{50F60CB8-91C1-6FE8-E68E-9F22AABF5C74}"/>
          </ac:picMkLst>
        </pc:picChg>
      </pc:sldChg>
      <pc:sldChg chg="addSp delSp modSp mod">
        <pc:chgData name="mahesh mangali" userId="19df09ad2f154328" providerId="LiveId" clId="{9991AB3A-D692-45DD-9C00-5CBE8249E62A}" dt="2026-02-01T12:24:31.814" v="322" actId="1076"/>
        <pc:sldMkLst>
          <pc:docMk/>
          <pc:sldMk cId="2519727083" sldId="295"/>
        </pc:sldMkLst>
        <pc:spChg chg="add">
          <ac:chgData name="mahesh mangali" userId="19df09ad2f154328" providerId="LiveId" clId="{9991AB3A-D692-45DD-9C00-5CBE8249E62A}" dt="2026-02-01T12:15:12.635" v="269"/>
          <ac:spMkLst>
            <pc:docMk/>
            <pc:sldMk cId="2519727083" sldId="295"/>
            <ac:spMk id="2" creationId="{586C1158-850F-7DE8-F2EE-DD2C0F00E3B7}"/>
          </ac:spMkLst>
        </pc:spChg>
        <pc:spChg chg="add">
          <ac:chgData name="mahesh mangali" userId="19df09ad2f154328" providerId="LiveId" clId="{9991AB3A-D692-45DD-9C00-5CBE8249E62A}" dt="2026-02-01T12:15:37.613" v="270"/>
          <ac:spMkLst>
            <pc:docMk/>
            <pc:sldMk cId="2519727083" sldId="295"/>
            <ac:spMk id="3" creationId="{56A942DB-7716-478C-1F6E-8F613F37551C}"/>
          </ac:spMkLst>
        </pc:spChg>
        <pc:spChg chg="add">
          <ac:chgData name="mahesh mangali" userId="19df09ad2f154328" providerId="LiveId" clId="{9991AB3A-D692-45DD-9C00-5CBE8249E62A}" dt="2026-02-01T12:16:04.880" v="271"/>
          <ac:spMkLst>
            <pc:docMk/>
            <pc:sldMk cId="2519727083" sldId="295"/>
            <ac:spMk id="4" creationId="{5534766D-AAF3-2149-9E4E-DFA932DC3FDF}"/>
          </ac:spMkLst>
        </pc:spChg>
        <pc:spChg chg="add mod">
          <ac:chgData name="mahesh mangali" userId="19df09ad2f154328" providerId="LiveId" clId="{9991AB3A-D692-45DD-9C00-5CBE8249E62A}" dt="2026-02-01T12:24:10.569" v="321" actId="113"/>
          <ac:spMkLst>
            <pc:docMk/>
            <pc:sldMk cId="2519727083" sldId="295"/>
            <ac:spMk id="5" creationId="{69B2A61E-B1C6-C41C-0779-BEE76171D8AF}"/>
          </ac:spMkLst>
        </pc:spChg>
        <pc:spChg chg="mod">
          <ac:chgData name="mahesh mangali" userId="19df09ad2f154328" providerId="LiveId" clId="{9991AB3A-D692-45DD-9C00-5CBE8249E62A}" dt="2026-02-01T12:24:31.814" v="322" actId="1076"/>
          <ac:spMkLst>
            <pc:docMk/>
            <pc:sldMk cId="2519727083" sldId="295"/>
            <ac:spMk id="30" creationId="{BFCCE0B1-9535-3377-9514-8A19A77686DE}"/>
          </ac:spMkLst>
        </pc:spChg>
        <pc:spChg chg="del mod">
          <ac:chgData name="mahesh mangali" userId="19df09ad2f154328" providerId="LiveId" clId="{9991AB3A-D692-45DD-9C00-5CBE8249E62A}" dt="2026-02-01T12:16:26.309" v="276"/>
          <ac:spMkLst>
            <pc:docMk/>
            <pc:sldMk cId="2519727083" sldId="295"/>
            <ac:spMk id="32" creationId="{2DCC58FA-C6EB-E3A1-02E8-308A9D22790B}"/>
          </ac:spMkLst>
        </pc:spChg>
        <pc:picChg chg="add del mod">
          <ac:chgData name="mahesh mangali" userId="19df09ad2f154328" providerId="LiveId" clId="{9991AB3A-D692-45DD-9C00-5CBE8249E62A}" dt="2026-02-01T12:20:46.607" v="301" actId="478"/>
          <ac:picMkLst>
            <pc:docMk/>
            <pc:sldMk cId="2519727083" sldId="295"/>
            <ac:picMk id="7" creationId="{349B0622-B13B-9A40-7A4B-53953CF6FB8B}"/>
          </ac:picMkLst>
        </pc:picChg>
        <pc:picChg chg="add mod">
          <ac:chgData name="mahesh mangali" userId="19df09ad2f154328" providerId="LiveId" clId="{9991AB3A-D692-45DD-9C00-5CBE8249E62A}" dt="2026-02-01T12:21:12.258" v="305" actId="1076"/>
          <ac:picMkLst>
            <pc:docMk/>
            <pc:sldMk cId="2519727083" sldId="295"/>
            <ac:picMk id="9" creationId="{223F5BE2-8A1F-AE51-4EA1-AE6E346069FB}"/>
          </ac:picMkLst>
        </pc:picChg>
        <pc:picChg chg="del">
          <ac:chgData name="mahesh mangali" userId="19df09ad2f154328" providerId="LiveId" clId="{9991AB3A-D692-45DD-9C00-5CBE8249E62A}" dt="2026-02-01T12:08:40.774" v="240" actId="478"/>
          <ac:picMkLst>
            <pc:docMk/>
            <pc:sldMk cId="2519727083" sldId="295"/>
            <ac:picMk id="38" creationId="{2C946A44-F3B9-1AF5-365F-B07853E9A73C}"/>
          </ac:picMkLst>
        </pc:picChg>
        <pc:picChg chg="del">
          <ac:chgData name="mahesh mangali" userId="19df09ad2f154328" providerId="LiveId" clId="{9991AB3A-D692-45DD-9C00-5CBE8249E62A}" dt="2026-02-01T12:08:42.604" v="241" actId="478"/>
          <ac:picMkLst>
            <pc:docMk/>
            <pc:sldMk cId="2519727083" sldId="295"/>
            <ac:picMk id="40" creationId="{C2847635-7CB2-710F-F2EB-AED46F32BD1E}"/>
          </ac:picMkLst>
        </pc:picChg>
      </pc:sldChg>
      <pc:sldChg chg="addSp delSp modSp mod">
        <pc:chgData name="mahesh mangali" userId="19df09ad2f154328" providerId="LiveId" clId="{9991AB3A-D692-45DD-9C00-5CBE8249E62A}" dt="2026-02-01T16:00:53.874" v="848" actId="27918"/>
        <pc:sldMkLst>
          <pc:docMk/>
          <pc:sldMk cId="1460241178" sldId="296"/>
        </pc:sldMkLst>
        <pc:spChg chg="add mod">
          <ac:chgData name="mahesh mangali" userId="19df09ad2f154328" providerId="LiveId" clId="{9991AB3A-D692-45DD-9C00-5CBE8249E62A}" dt="2026-02-01T15:52:19.484" v="752" actId="1076"/>
          <ac:spMkLst>
            <pc:docMk/>
            <pc:sldMk cId="1460241178" sldId="296"/>
            <ac:spMk id="2" creationId="{FE9FDC12-FEE2-359F-5BE8-EF54A2D36CF3}"/>
          </ac:spMkLst>
        </pc:spChg>
        <pc:spChg chg="add">
          <ac:chgData name="mahesh mangali" userId="19df09ad2f154328" providerId="LiveId" clId="{9991AB3A-D692-45DD-9C00-5CBE8249E62A}" dt="2026-02-01T14:32:44.025" v="660"/>
          <ac:spMkLst>
            <pc:docMk/>
            <pc:sldMk cId="1460241178" sldId="296"/>
            <ac:spMk id="3" creationId="{8025D913-E993-765E-628C-C86B21C15678}"/>
          </ac:spMkLst>
        </pc:spChg>
        <pc:spChg chg="mod">
          <ac:chgData name="mahesh mangali" userId="19df09ad2f154328" providerId="LiveId" clId="{9991AB3A-D692-45DD-9C00-5CBE8249E62A}" dt="2026-01-24T13:05:44.691" v="121"/>
          <ac:spMkLst>
            <pc:docMk/>
            <pc:sldMk cId="1460241178" sldId="296"/>
            <ac:spMk id="4" creationId="{9CCB040A-9A98-D5F9-5806-211C7A5CD475}"/>
          </ac:spMkLst>
        </pc:spChg>
        <pc:spChg chg="mod">
          <ac:chgData name="mahesh mangali" userId="19df09ad2f154328" providerId="LiveId" clId="{9991AB3A-D692-45DD-9C00-5CBE8249E62A}" dt="2026-02-01T15:51:56.325" v="748" actId="1076"/>
          <ac:spMkLst>
            <pc:docMk/>
            <pc:sldMk cId="1460241178" sldId="296"/>
            <ac:spMk id="6" creationId="{7343235C-1893-C596-DF65-DFB24677A470}"/>
          </ac:spMkLst>
        </pc:spChg>
        <pc:spChg chg="add del mod">
          <ac:chgData name="mahesh mangali" userId="19df09ad2f154328" providerId="LiveId" clId="{9991AB3A-D692-45DD-9C00-5CBE8249E62A}" dt="2026-02-01T15:51:34.201" v="744" actId="21"/>
          <ac:spMkLst>
            <pc:docMk/>
            <pc:sldMk cId="1460241178" sldId="296"/>
            <ac:spMk id="7" creationId="{4504D0D6-8CE7-F066-4D5D-69F5A7259411}"/>
          </ac:spMkLst>
        </pc:spChg>
        <pc:spChg chg="mod">
          <ac:chgData name="mahesh mangali" userId="19df09ad2f154328" providerId="LiveId" clId="{9991AB3A-D692-45DD-9C00-5CBE8249E62A}" dt="2026-02-01T14:39:17.934" v="706" actId="14100"/>
          <ac:spMkLst>
            <pc:docMk/>
            <pc:sldMk cId="1460241178" sldId="296"/>
            <ac:spMk id="10" creationId="{F4285133-A447-BA36-B7CB-3E2E52556F5D}"/>
          </ac:spMkLst>
        </pc:spChg>
        <pc:spChg chg="mod">
          <ac:chgData name="mahesh mangali" userId="19df09ad2f154328" providerId="LiveId" clId="{9991AB3A-D692-45DD-9C00-5CBE8249E62A}" dt="2026-02-01T15:52:02.326" v="749" actId="1076"/>
          <ac:spMkLst>
            <pc:docMk/>
            <pc:sldMk cId="1460241178" sldId="296"/>
            <ac:spMk id="11" creationId="{F998D548-61E8-69D9-9EAF-E43343426ADC}"/>
          </ac:spMkLst>
        </pc:spChg>
        <pc:graphicFrameChg chg="add mod">
          <ac:chgData name="mahesh mangali" userId="19df09ad2f154328" providerId="LiveId" clId="{9991AB3A-D692-45DD-9C00-5CBE8249E62A}" dt="2026-02-01T15:59:39.568" v="828" actId="255"/>
          <ac:graphicFrameMkLst>
            <pc:docMk/>
            <pc:sldMk cId="1460241178" sldId="296"/>
            <ac:graphicFrameMk id="14" creationId="{0E4F3061-24B7-7DB5-47B3-33AF454FD2D5}"/>
          </ac:graphicFrameMkLst>
        </pc:graphicFrameChg>
        <pc:graphicFrameChg chg="add mod">
          <ac:chgData name="mahesh mangali" userId="19df09ad2f154328" providerId="LiveId" clId="{9991AB3A-D692-45DD-9C00-5CBE8249E62A}" dt="2026-02-01T16:00:22.334" v="845" actId="255"/>
          <ac:graphicFrameMkLst>
            <pc:docMk/>
            <pc:sldMk cId="1460241178" sldId="296"/>
            <ac:graphicFrameMk id="15" creationId="{2F351B92-5727-76F7-DDA3-38614F75F418}"/>
          </ac:graphicFrameMkLst>
        </pc:graphicFrameChg>
        <pc:graphicFrameChg chg="add mod">
          <ac:chgData name="mahesh mangali" userId="19df09ad2f154328" providerId="LiveId" clId="{9991AB3A-D692-45DD-9C00-5CBE8249E62A}" dt="2026-02-01T15:59:58.027" v="834" actId="255"/>
          <ac:graphicFrameMkLst>
            <pc:docMk/>
            <pc:sldMk cId="1460241178" sldId="296"/>
            <ac:graphicFrameMk id="16" creationId="{B0F1626F-E575-0B6E-557D-8DADBA06547D}"/>
          </ac:graphicFrameMkLst>
        </pc:graphicFrameChg>
      </pc:sldChg>
      <pc:sldChg chg="addSp delSp modSp mod">
        <pc:chgData name="mahesh mangali" userId="19df09ad2f154328" providerId="LiveId" clId="{9991AB3A-D692-45DD-9C00-5CBE8249E62A}" dt="2026-02-01T12:28:28.540" v="379" actId="1076"/>
        <pc:sldMkLst>
          <pc:docMk/>
          <pc:sldMk cId="2737592352" sldId="297"/>
        </pc:sldMkLst>
        <pc:spChg chg="add mod">
          <ac:chgData name="mahesh mangali" userId="19df09ad2f154328" providerId="LiveId" clId="{9991AB3A-D692-45DD-9C00-5CBE8249E62A}" dt="2026-02-01T12:26:09.982" v="342" actId="1076"/>
          <ac:spMkLst>
            <pc:docMk/>
            <pc:sldMk cId="2737592352" sldId="297"/>
            <ac:spMk id="4" creationId="{E6035F6F-EC52-A29C-B65E-D16F8A046EAD}"/>
          </ac:spMkLst>
        </pc:spChg>
        <pc:spChg chg="add mod">
          <ac:chgData name="mahesh mangali" userId="19df09ad2f154328" providerId="LiveId" clId="{9991AB3A-D692-45DD-9C00-5CBE8249E62A}" dt="2026-02-01T12:27:35.083" v="353" actId="1076"/>
          <ac:spMkLst>
            <pc:docMk/>
            <pc:sldMk cId="2737592352" sldId="297"/>
            <ac:spMk id="5" creationId="{EDF8607B-AEAB-789F-606C-9F05F1801ED3}"/>
          </ac:spMkLst>
        </pc:spChg>
        <pc:spChg chg="mod">
          <ac:chgData name="mahesh mangali" userId="19df09ad2f154328" providerId="LiveId" clId="{9991AB3A-D692-45DD-9C00-5CBE8249E62A}" dt="2026-02-01T12:27:55.420" v="374" actId="14100"/>
          <ac:spMkLst>
            <pc:docMk/>
            <pc:sldMk cId="2737592352" sldId="297"/>
            <ac:spMk id="7" creationId="{181A1E9A-2D0A-AD0B-0687-D1C7959C4839}"/>
          </ac:spMkLst>
        </pc:spChg>
        <pc:spChg chg="del mod">
          <ac:chgData name="mahesh mangali" userId="19df09ad2f154328" providerId="LiveId" clId="{9991AB3A-D692-45DD-9C00-5CBE8249E62A}" dt="2026-02-01T12:27:00.554" v="347" actId="21"/>
          <ac:spMkLst>
            <pc:docMk/>
            <pc:sldMk cId="2737592352" sldId="297"/>
            <ac:spMk id="17" creationId="{653FBA23-B397-DAD0-6796-B03E5CCEC167}"/>
          </ac:spMkLst>
        </pc:spChg>
        <pc:spChg chg="mod">
          <ac:chgData name="mahesh mangali" userId="19df09ad2f154328" providerId="LiveId" clId="{9991AB3A-D692-45DD-9C00-5CBE8249E62A}" dt="2026-01-24T13:02:53.335" v="118"/>
          <ac:spMkLst>
            <pc:docMk/>
            <pc:sldMk cId="2737592352" sldId="297"/>
            <ac:spMk id="19" creationId="{C20671A6-EA5D-DEAE-75D9-DC29D1BFEB0D}"/>
          </ac:spMkLst>
        </pc:spChg>
        <pc:picChg chg="add mod">
          <ac:chgData name="mahesh mangali" userId="19df09ad2f154328" providerId="LiveId" clId="{9991AB3A-D692-45DD-9C00-5CBE8249E62A}" dt="2026-02-01T12:28:28.540" v="379" actId="1076"/>
          <ac:picMkLst>
            <pc:docMk/>
            <pc:sldMk cId="2737592352" sldId="297"/>
            <ac:picMk id="3" creationId="{6B97CBA9-F30E-2590-FC4A-964511CC83BF}"/>
          </ac:picMkLst>
        </pc:picChg>
        <pc:picChg chg="mod">
          <ac:chgData name="mahesh mangali" userId="19df09ad2f154328" providerId="LiveId" clId="{9991AB3A-D692-45DD-9C00-5CBE8249E62A}" dt="2026-02-01T12:28:22.804" v="378" actId="1076"/>
          <ac:picMkLst>
            <pc:docMk/>
            <pc:sldMk cId="2737592352" sldId="297"/>
            <ac:picMk id="30" creationId="{244F943E-0F45-2635-C90B-70D7454FB0D8}"/>
          </ac:picMkLst>
        </pc:picChg>
      </pc:sldChg>
      <pc:sldChg chg="addSp delSp modSp mod">
        <pc:chgData name="mahesh mangali" userId="19df09ad2f154328" providerId="LiveId" clId="{9991AB3A-D692-45DD-9C00-5CBE8249E62A}" dt="2026-02-02T15:38:08.899" v="915" actId="14100"/>
        <pc:sldMkLst>
          <pc:docMk/>
          <pc:sldMk cId="3700129823" sldId="298"/>
        </pc:sldMkLst>
        <pc:spChg chg="mod">
          <ac:chgData name="mahesh mangali" userId="19df09ad2f154328" providerId="LiveId" clId="{9991AB3A-D692-45DD-9C00-5CBE8249E62A}" dt="2026-01-24T13:07:05.824" v="123"/>
          <ac:spMkLst>
            <pc:docMk/>
            <pc:sldMk cId="3700129823" sldId="298"/>
            <ac:spMk id="4" creationId="{8E0BF10A-130C-EB36-4F8E-63841EC38C76}"/>
          </ac:spMkLst>
        </pc:spChg>
        <pc:picChg chg="add del mod">
          <ac:chgData name="mahesh mangali" userId="19df09ad2f154328" providerId="LiveId" clId="{9991AB3A-D692-45DD-9C00-5CBE8249E62A}" dt="2026-02-02T15:35:46.911" v="895" actId="478"/>
          <ac:picMkLst>
            <pc:docMk/>
            <pc:sldMk cId="3700129823" sldId="298"/>
            <ac:picMk id="3" creationId="{55BF4F9C-E3BF-3448-6A76-46ECDCB478FB}"/>
          </ac:picMkLst>
        </pc:picChg>
        <pc:picChg chg="add mod">
          <ac:chgData name="mahesh mangali" userId="19df09ad2f154328" providerId="LiveId" clId="{9991AB3A-D692-45DD-9C00-5CBE8249E62A}" dt="2026-02-02T15:38:04.773" v="914" actId="14100"/>
          <ac:picMkLst>
            <pc:docMk/>
            <pc:sldMk cId="3700129823" sldId="298"/>
            <ac:picMk id="6" creationId="{BC43C9FF-2743-D424-8A52-3AEC037D99D3}"/>
          </ac:picMkLst>
        </pc:picChg>
        <pc:picChg chg="add mod">
          <ac:chgData name="mahesh mangali" userId="19df09ad2f154328" providerId="LiveId" clId="{9991AB3A-D692-45DD-9C00-5CBE8249E62A}" dt="2026-02-02T15:38:08.899" v="915" actId="14100"/>
          <ac:picMkLst>
            <pc:docMk/>
            <pc:sldMk cId="3700129823" sldId="298"/>
            <ac:picMk id="9" creationId="{90394829-3FA5-46AB-53D5-7CF153E69207}"/>
          </ac:picMkLst>
        </pc:picChg>
        <pc:picChg chg="del">
          <ac:chgData name="mahesh mangali" userId="19df09ad2f154328" providerId="LiveId" clId="{9991AB3A-D692-45DD-9C00-5CBE8249E62A}" dt="2026-02-01T16:50:47.815" v="889" actId="478"/>
          <ac:picMkLst>
            <pc:docMk/>
            <pc:sldMk cId="3700129823" sldId="298"/>
            <ac:picMk id="5122" creationId="{E0BDD7E1-ECE7-42BD-E1D5-CAD95F938958}"/>
          </ac:picMkLst>
        </pc:picChg>
      </pc:sldChg>
      <pc:sldChg chg="addSp delSp modSp add mod">
        <pc:chgData name="mahesh mangali" userId="19df09ad2f154328" providerId="LiveId" clId="{9991AB3A-D692-45DD-9C00-5CBE8249E62A}" dt="2026-02-01T14:30:37.945" v="651" actId="21"/>
        <pc:sldMkLst>
          <pc:docMk/>
          <pc:sldMk cId="1070154927" sldId="299"/>
        </pc:sldMkLst>
        <pc:spChg chg="del">
          <ac:chgData name="mahesh mangali" userId="19df09ad2f154328" providerId="LiveId" clId="{9991AB3A-D692-45DD-9C00-5CBE8249E62A}" dt="2026-02-01T14:30:37.945" v="651" actId="21"/>
          <ac:spMkLst>
            <pc:docMk/>
            <pc:sldMk cId="1070154927" sldId="299"/>
            <ac:spMk id="3" creationId="{0D91868D-8861-EF91-A3BB-DAD58390C432}"/>
          </ac:spMkLst>
        </pc:spChg>
        <pc:spChg chg="add del mod">
          <ac:chgData name="mahesh mangali" userId="19df09ad2f154328" providerId="LiveId" clId="{9991AB3A-D692-45DD-9C00-5CBE8249E62A}" dt="2026-02-01T14:29:40.438" v="644" actId="21"/>
          <ac:spMkLst>
            <pc:docMk/>
            <pc:sldMk cId="1070154927" sldId="299"/>
            <ac:spMk id="6" creationId="{DDA6364B-885E-AE5D-9ADC-F3EDE32A99DD}"/>
          </ac:spMkLst>
        </pc:spChg>
        <pc:graphicFrameChg chg="del">
          <ac:chgData name="mahesh mangali" userId="19df09ad2f154328" providerId="LiveId" clId="{9991AB3A-D692-45DD-9C00-5CBE8249E62A}" dt="2026-02-01T14:29:36.427" v="643" actId="21"/>
          <ac:graphicFrameMkLst>
            <pc:docMk/>
            <pc:sldMk cId="1070154927" sldId="299"/>
            <ac:graphicFrameMk id="14" creationId="{69ADD763-E90C-8BA5-A4D7-DD57F653FE2F}"/>
          </ac:graphicFrameMkLst>
        </pc:graphicFrameChg>
        <pc:picChg chg="add mod">
          <ac:chgData name="mahesh mangali" userId="19df09ad2f154328" providerId="LiveId" clId="{9991AB3A-D692-45DD-9C00-5CBE8249E62A}" dt="2026-02-01T14:30:25.114" v="650" actId="14100"/>
          <ac:picMkLst>
            <pc:docMk/>
            <pc:sldMk cId="1070154927" sldId="299"/>
            <ac:picMk id="8" creationId="{81F2D49B-6B8F-8510-24B3-8AB290B1798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0" i="0" u="none" strike="noStrike" baseline="0" dirty="0"/>
              <a:t>Silhouette Score(High)</a:t>
            </a:r>
            <a:endParaRPr lang="en-IN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K-means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0.23300000000000001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7D-461A-9472-4268AE4F4F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K-means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7D-461A-9472-4268AE4F4F0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74322559"/>
        <c:axId val="874323039"/>
      </c:barChart>
      <c:catAx>
        <c:axId val="87432255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74323039"/>
        <c:crosses val="autoZero"/>
        <c:auto val="1"/>
        <c:lblAlgn val="ctr"/>
        <c:lblOffset val="100"/>
        <c:noMultiLvlLbl val="0"/>
      </c:catAx>
      <c:valAx>
        <c:axId val="87432303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4322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0" i="0" u="none" strike="noStrike" baseline="0" dirty="0" err="1"/>
              <a:t>Calinski</a:t>
            </a:r>
            <a:r>
              <a:rPr lang="en-IN" sz="1600" b="0" i="0" u="none" strike="noStrike" baseline="0" dirty="0"/>
              <a:t>–</a:t>
            </a:r>
            <a:r>
              <a:rPr lang="en-IN" sz="1600" b="0" i="0" u="none" strike="noStrike" baseline="0" dirty="0" err="1"/>
              <a:t>Harabasz</a:t>
            </a:r>
            <a:r>
              <a:rPr lang="en-IN" sz="1600" b="0" i="0" u="none" strike="noStrike" baseline="0" dirty="0"/>
              <a:t> Index(High)</a:t>
            </a:r>
            <a:endParaRPr lang="en-IN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K-means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787.79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17-482C-B5FC-2295A0018C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K-means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1125.4000000000001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17-482C-B5FC-2295A0018C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74322559"/>
        <c:axId val="874323039"/>
      </c:barChart>
      <c:catAx>
        <c:axId val="87432255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74323039"/>
        <c:crosses val="autoZero"/>
        <c:auto val="1"/>
        <c:lblAlgn val="ctr"/>
        <c:lblOffset val="100"/>
        <c:noMultiLvlLbl val="0"/>
      </c:catAx>
      <c:valAx>
        <c:axId val="87432303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4322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0" i="0" u="none" strike="noStrike" baseline="0" dirty="0"/>
              <a:t>Davies–Bouldin Index(Low)</a:t>
            </a:r>
            <a:endParaRPr lang="en-IN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K-means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1.7210000000000001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4D-4E88-835F-C7D8058F43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K-means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1.3740000000000001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4D-4E88-835F-C7D8058F43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74322559"/>
        <c:axId val="874323039"/>
      </c:barChart>
      <c:catAx>
        <c:axId val="87432255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74323039"/>
        <c:crosses val="autoZero"/>
        <c:auto val="1"/>
        <c:lblAlgn val="ctr"/>
        <c:lblOffset val="100"/>
        <c:noMultiLvlLbl val="0"/>
      </c:catAx>
      <c:valAx>
        <c:axId val="87432303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4322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99336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CBB7B-9541-BC61-065E-8FDAC3AA2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3A58B-E7E2-0398-7C9E-6B045CB94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42903-598F-D751-6B9A-BE0A061FD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F703D-C768-6A53-2EA4-9EE82190E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33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84497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007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0A1F8-1C6A-7F66-3564-6D7685E4D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D12A0-BBFC-7825-E81B-0342ADE77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68EBE-3658-70EB-7CCB-4C14D8D8F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2B6DE-115D-63A9-61BF-496042577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92217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28AE1-8207-8F21-87A8-FBD351B95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9E0A4-30A8-E2B8-11E0-213B6731E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09262-DFDD-5533-7FB7-DD52FDA01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71B61-2238-B0CD-991A-083B5527A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7462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889056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B3D02-06C0-B29B-C621-757F33CE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1638C-5743-996E-579A-49F214551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B9AF2-7CF0-C355-FE78-818787B22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53AE0-BD96-4D13-7AD6-FD7AC7184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9962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73" y="1959758"/>
            <a:ext cx="6262770" cy="187386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 …..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51864" y="4333230"/>
            <a:ext cx="2054936" cy="55005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Mahesh Mangali</a:t>
            </a: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04" y="1152308"/>
            <a:ext cx="5117162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4632" y="2934144"/>
            <a:ext cx="5906440" cy="1445986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segment customers based on their demographics, purchasing behavior, and engagement patterns in order to enable targeted marketing and optimize business decisions.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1EC1F-42C9-66C4-9D49-F6AF79D5BE9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Placeholder 11" descr="People around a table on their laptops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65266" y="0"/>
            <a:ext cx="5626734" cy="6858000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52" y="733547"/>
            <a:ext cx="4253399" cy="1740114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Agenda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75472" y="1076241"/>
            <a:ext cx="1904890" cy="10547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and Data Preprocessing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Evaluation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D0CF6-7418-9349-F7A8-045EA96B2D0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085" y="241543"/>
            <a:ext cx="4518122" cy="577237"/>
          </a:xfrm>
        </p:spPr>
        <p:txBody>
          <a:bodyPr/>
          <a:lstStyle/>
          <a:p>
            <a:r>
              <a:rPr 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 Overview: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112118" y="1467177"/>
            <a:ext cx="3282852" cy="4291597"/>
          </a:xfrm>
        </p:spPr>
        <p:txBody>
          <a:bodyPr/>
          <a:lstStyle/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Columns:</a:t>
            </a:r>
          </a:p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Year_Birth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Marital_Status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</a:p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Household Information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Kidhome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Teenhome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IN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Spending on products (Wines, Fruits, Meat, Fish, Sweets, Gold)</a:t>
            </a:r>
          </a:p>
          <a:p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10345-FF40-D90A-5C88-A462A10E487B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noProof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altLang="zh-CN" noProof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E6EA0DE-6714-C1D0-C04C-DBD83E051685}"/>
              </a:ext>
            </a:extLst>
          </p:cNvPr>
          <p:cNvSpPr txBox="1">
            <a:spLocks/>
          </p:cNvSpPr>
          <p:nvPr/>
        </p:nvSpPr>
        <p:spPr>
          <a:xfrm>
            <a:off x="9446930" y="972157"/>
            <a:ext cx="3121187" cy="49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1CF1C34-7F87-EBC5-88C6-66B61EB021C9}"/>
              </a:ext>
            </a:extLst>
          </p:cNvPr>
          <p:cNvSpPr txBox="1">
            <a:spLocks/>
          </p:cNvSpPr>
          <p:nvPr/>
        </p:nvSpPr>
        <p:spPr>
          <a:xfrm>
            <a:off x="5112118" y="972157"/>
            <a:ext cx="5490260" cy="49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 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Campaign Dataset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DF1DB-4EE2-D741-3F22-EE2E137EA063}"/>
              </a:ext>
            </a:extLst>
          </p:cNvPr>
          <p:cNvSpPr txBox="1"/>
          <p:nvPr/>
        </p:nvSpPr>
        <p:spPr>
          <a:xfrm>
            <a:off x="7933245" y="1735538"/>
            <a:ext cx="2500007" cy="375487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Channels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Purchases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Purchases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Purchases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Visits per Month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Interaction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Accepted Campaigns (Cmp1–Cmp5)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400" dirty="0"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F60CB8-91C1-6FE8-E68E-9F22AABF5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527" y="1150131"/>
            <a:ext cx="2071991" cy="455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BFCCE0B1-9535-3377-9514-8A19A77686DE}"/>
              </a:ext>
            </a:extLst>
          </p:cNvPr>
          <p:cNvSpPr txBox="1"/>
          <p:nvPr/>
        </p:nvSpPr>
        <p:spPr>
          <a:xfrm>
            <a:off x="2594113" y="257995"/>
            <a:ext cx="8454887" cy="7694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</a:t>
            </a:r>
            <a:endParaRPr lang="en-IN" sz="4400" b="1" dirty="0">
              <a:solidFill>
                <a:schemeClr val="tx2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7B3D38-9115-B65B-2999-3F39E19E3A07}"/>
              </a:ext>
            </a:extLst>
          </p:cNvPr>
          <p:cNvSpPr txBox="1"/>
          <p:nvPr/>
        </p:nvSpPr>
        <p:spPr>
          <a:xfrm>
            <a:off x="9357360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 Forecasting Using Time Series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6A942DB-7716-478C-1F6E-8F613F3755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9B2A61E-B1C6-C41C-0779-BEE76171D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999" y="1027436"/>
            <a:ext cx="5771323" cy="364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 Applied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column names to lowercase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Imputed missing income values using median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dates and created customer tenure feature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non-informative ID column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Treated outliers using IQR capping on income and spending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3F5BE2-8A1F-AE51-4EA1-AE6E34606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578" y="1418719"/>
            <a:ext cx="3896269" cy="432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AD2D-FDA1-909D-8766-12C2A129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1A1E9A-2D0A-AD0B-0687-D1C7959C4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23" y="168712"/>
            <a:ext cx="5640961" cy="130624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244F943E-0F45-2635-C90B-70D7454FB0D8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8046143" y="502432"/>
            <a:ext cx="3920711" cy="5066346"/>
          </a:xfrm>
        </p:spPr>
      </p:pic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70EAC8AD-E078-2C95-5C45-AAA7FD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DCF5E9-160C-0107-8A06-31DFF8E9370B}"/>
              </a:ext>
            </a:extLst>
          </p:cNvPr>
          <p:cNvCxnSpPr>
            <a:cxnSpLocks/>
          </p:cNvCxnSpPr>
          <p:nvPr/>
        </p:nvCxnSpPr>
        <p:spPr>
          <a:xfrm>
            <a:off x="1509395" y="4173855"/>
            <a:ext cx="0" cy="7600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0671A6-EA5D-DEAE-75D9-DC29D1BFEB0D}"/>
              </a:ext>
            </a:extLst>
          </p:cNvPr>
          <p:cNvSpPr txBox="1"/>
          <p:nvPr/>
        </p:nvSpPr>
        <p:spPr>
          <a:xfrm>
            <a:off x="0" y="6550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97CBA9-F30E-2590-FC4A-964511CC8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534" y="1272025"/>
            <a:ext cx="2837235" cy="456311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DF8607B-AEAB-789F-606C-9F05F1801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46" y="1272025"/>
            <a:ext cx="4755416" cy="388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total_spending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aggregating all product expenditures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total_children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kidhome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teenhome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family_size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including parents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total_accepted_campaigns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campaign responses</a:t>
            </a:r>
          </a:p>
        </p:txBody>
      </p:sp>
    </p:spTree>
    <p:extLst>
      <p:ext uri="{BB962C8B-B14F-4D97-AF65-F5344CB8AC3E}">
        <p14:creationId xmlns:p14="http://schemas.microsoft.com/office/powerpoint/2010/main" val="273759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80" y="162469"/>
            <a:ext cx="6935324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Data Analysis 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D68CE-EF5C-4046-41F5-3763D028DAE5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7183-3EBB-B8D1-A66D-964D3C3A7DA8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altLang="zh-CN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B07CF96D-C099-B1FF-DB07-E852DE3DF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659" y="1482057"/>
            <a:ext cx="6478622" cy="1946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distributions of key numerical features using histograms and skewness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Examined relationships using scatter plots and box plots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linear relationships through a correlation heatmap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D45C70-4AF6-7F52-0637-381BBE535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983" y="0"/>
            <a:ext cx="4673017" cy="36965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02295E-98D5-E362-59DE-D4C3B82BC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7" y="3772329"/>
            <a:ext cx="4040143" cy="27205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FF6336-9E95-FEB5-9503-2B0AD08A5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537" y="3772330"/>
            <a:ext cx="3544178" cy="27205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9A04E73-DFB7-0DBC-9EB1-1B485A36A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047" y="3772330"/>
            <a:ext cx="3935416" cy="272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2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14" y="136248"/>
            <a:ext cx="10515600" cy="111543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0" y="6441338"/>
            <a:ext cx="4114800" cy="3651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7695AD9A-D276-097E-2DB1-F76D9A8D9D15}"/>
              </a:ext>
            </a:extLst>
          </p:cNvPr>
          <p:cNvSpPr/>
          <p:nvPr/>
        </p:nvSpPr>
        <p:spPr>
          <a:xfrm>
            <a:off x="820365" y="2336581"/>
            <a:ext cx="2208178" cy="392024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0F60DBA-0944-AEF8-BA48-A22A61538B15}"/>
              </a:ext>
            </a:extLst>
          </p:cNvPr>
          <p:cNvSpPr/>
          <p:nvPr/>
        </p:nvSpPr>
        <p:spPr>
          <a:xfrm>
            <a:off x="7616761" y="2269251"/>
            <a:ext cx="2208178" cy="392024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CFE65230-5C52-986B-CA3D-FE754721C845}"/>
              </a:ext>
            </a:extLst>
          </p:cNvPr>
          <p:cNvSpPr/>
          <p:nvPr/>
        </p:nvSpPr>
        <p:spPr>
          <a:xfrm>
            <a:off x="4218563" y="2269252"/>
            <a:ext cx="2208178" cy="392024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1DA80-918E-6A1C-C8E3-5F89DC79341E}"/>
              </a:ext>
            </a:extLst>
          </p:cNvPr>
          <p:cNvSpPr txBox="1"/>
          <p:nvPr/>
        </p:nvSpPr>
        <p:spPr>
          <a:xfrm>
            <a:off x="988981" y="2798215"/>
            <a:ext cx="1715309" cy="286232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the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Elbow Method (WCSS)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the optimal number of clusters and trained 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model with k = 3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the scaled data.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53F945-DAAB-ED8E-3C17-5CD91952AA92}"/>
              </a:ext>
            </a:extLst>
          </p:cNvPr>
          <p:cNvSpPr txBox="1"/>
          <p:nvPr/>
        </p:nvSpPr>
        <p:spPr>
          <a:xfrm>
            <a:off x="4474723" y="2588544"/>
            <a:ext cx="1621277" cy="3416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dendrogram using Ward linkage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validate cluster count and trained an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Agglomerative Clustering model with 3 clusters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45F580-C799-29AA-D1AA-F1632912790E}"/>
              </a:ext>
            </a:extLst>
          </p:cNvPr>
          <p:cNvSpPr txBox="1"/>
          <p:nvPr/>
        </p:nvSpPr>
        <p:spPr>
          <a:xfrm>
            <a:off x="7895617" y="2588544"/>
            <a:ext cx="1799617" cy="3416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Tuned parameters using 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K-distance graph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set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eps = 1.2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min_samples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20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trained 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DBSCAN model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dense clusters and noise points.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631E57-1173-E2FB-78D4-5F57B5961598}"/>
              </a:ext>
            </a:extLst>
          </p:cNvPr>
          <p:cNvSpPr/>
          <p:nvPr/>
        </p:nvSpPr>
        <p:spPr>
          <a:xfrm>
            <a:off x="820365" y="1395809"/>
            <a:ext cx="2302214" cy="7966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3440AB-2A3B-6E86-DB4A-CD91D6171148}"/>
              </a:ext>
            </a:extLst>
          </p:cNvPr>
          <p:cNvSpPr/>
          <p:nvPr/>
        </p:nvSpPr>
        <p:spPr>
          <a:xfrm>
            <a:off x="4218563" y="1312519"/>
            <a:ext cx="2302214" cy="7966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Hierarchical Clustering</a:t>
            </a:r>
            <a:endParaRPr lang="en-IN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4BEF25-4058-B245-1E86-CDA588370F81}"/>
              </a:ext>
            </a:extLst>
          </p:cNvPr>
          <p:cNvSpPr/>
          <p:nvPr/>
        </p:nvSpPr>
        <p:spPr>
          <a:xfrm>
            <a:off x="7616761" y="1312959"/>
            <a:ext cx="2302214" cy="7966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DBSCAN Clustering</a:t>
            </a:r>
            <a:endParaRPr lang="en-IN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184F73-0B85-A743-C326-3B2AB390E04E}"/>
              </a:ext>
            </a:extLst>
          </p:cNvPr>
          <p:cNvSpPr txBox="1"/>
          <p:nvPr/>
        </p:nvSpPr>
        <p:spPr>
          <a:xfrm>
            <a:off x="1029509" y="1485058"/>
            <a:ext cx="178988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K-Means Clustering</a:t>
            </a:r>
            <a:endParaRPr lang="en-IN" sz="18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3CCD1D-F6F3-AA4B-6E36-ABD634782448}"/>
              </a:ext>
            </a:extLst>
          </p:cNvPr>
          <p:cNvSpPr txBox="1"/>
          <p:nvPr/>
        </p:nvSpPr>
        <p:spPr>
          <a:xfrm>
            <a:off x="4708188" y="262647"/>
            <a:ext cx="7198468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Applied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normalize all selected features (mean = 0, standard deviation = 1), ensuring equal contribution of features in distance-based clustering.</a:t>
            </a:r>
            <a:endParaRPr lang="en-IN" sz="180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28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11AAB-69A9-A3BD-70D9-879C87ACE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74BE82A-50D7-077F-0B7A-15937418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Performances 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36FAD-94A0-B7A6-4BD6-5225F47D3BB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0" y="6441338"/>
            <a:ext cx="4114800" cy="3651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0B00F-32BD-A90A-CB10-310B80597DE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F2D49B-6B8F-8510-24B3-8AB290B17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9" y="1779163"/>
            <a:ext cx="10949175" cy="457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5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F82E2-C90E-52BB-EAAB-6AC04BB7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43235C-1893-C596-DF65-DFB24677A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438" y="269559"/>
            <a:ext cx="5676905" cy="110026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(K-Means)</a:t>
            </a:r>
            <a:endParaRPr lang="en-US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98D548-61E8-69D9-9EAF-E43343426AD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235162" y="1575845"/>
            <a:ext cx="4672693" cy="2496607"/>
          </a:xfrm>
        </p:spPr>
        <p:txBody>
          <a:bodyPr/>
          <a:lstStyle/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Tuned Parameters for K-Means:</a:t>
            </a: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B040A-9A98-D5F9-5806-211C7A5CD475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485093"/>
            <a:ext cx="4114800" cy="3651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noProof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F1BE5-2C08-CBB3-20A8-7710DC3010D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altLang="zh-CN" noProof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4285133-A447-BA36-B7CB-3E2E52556F5D}"/>
              </a:ext>
            </a:extLst>
          </p:cNvPr>
          <p:cNvSpPr txBox="1">
            <a:spLocks/>
          </p:cNvSpPr>
          <p:nvPr/>
        </p:nvSpPr>
        <p:spPr>
          <a:xfrm>
            <a:off x="5517264" y="4363905"/>
            <a:ext cx="4672693" cy="1854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9FDC12-FEE2-359F-5BE8-EF54A2D36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8118" y="1971863"/>
            <a:ext cx="5725543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n_clusters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2 to 5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random, k-means++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varied values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n_init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multiple initializations to ensure stability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0E4F3061-24B7-7DB5-47B3-33AF454FD2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1189239"/>
              </p:ext>
            </p:extLst>
          </p:nvPr>
        </p:nvGraphicFramePr>
        <p:xfrm>
          <a:off x="3657233" y="4170405"/>
          <a:ext cx="2874258" cy="2412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F351B92-5727-76F7-DDA3-38614F75F4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3851508"/>
              </p:ext>
            </p:extLst>
          </p:nvPr>
        </p:nvGraphicFramePr>
        <p:xfrm>
          <a:off x="9175730" y="4159737"/>
          <a:ext cx="2874258" cy="2412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0F1626F-E575-0B6E-557D-8DADBA0654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0861267"/>
              </p:ext>
            </p:extLst>
          </p:nvPr>
        </p:nvGraphicFramePr>
        <p:xfrm>
          <a:off x="6531491" y="4159737"/>
          <a:ext cx="2874258" cy="2412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60241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455" y="384861"/>
            <a:ext cx="3730788" cy="82882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:</a:t>
            </a:r>
          </a:p>
        </p:txBody>
      </p:sp>
      <p:pic>
        <p:nvPicPr>
          <p:cNvPr id="26" name="Picture Placeholder 25" descr="Layout of website design sketches on white paper">
            <a:extLst>
              <a:ext uri="{FF2B5EF4-FFF2-40B4-BE49-F238E27FC236}">
                <a16:creationId xmlns:a16="http://schemas.microsoft.com/office/drawing/2014/main" id="{4CBFAFCC-A306-4EA1-BEE3-7557795635A8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43AAE-D428-CAAE-DCAF-0266FEEEAC70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C138F9-3D61-E272-C4BC-0301DA10D5C8}"/>
              </a:ext>
            </a:extLst>
          </p:cNvPr>
          <p:cNvSpPr txBox="1"/>
          <p:nvPr/>
        </p:nvSpPr>
        <p:spPr>
          <a:xfrm>
            <a:off x="0" y="6581001"/>
            <a:ext cx="8239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B7A879-B04F-77A8-F1A5-897783D36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455" y="1470171"/>
            <a:ext cx="7824354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the customer segmentation model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an interactive prediction interface.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handle backend model inference programmatically.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the saved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K-Means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both applications for consistent predictions.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Exposed the application publicly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ngrok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live access and demonstrations.</a:t>
            </a:r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A29E-B51D-9D30-8BF9-2CF559D4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A920EC-67A1-E493-F3F0-AE8E2CF0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884" y="274955"/>
            <a:ext cx="4114800" cy="80200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BF10A-130C-EB36-4F8E-63841EC38C76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D86C1-672C-8A83-8CCE-82DA027B493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43C9FF-2743-D424-8A52-3AEC037D9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74" y="1076960"/>
            <a:ext cx="5539636" cy="54936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394829-3FA5-46AB-53D5-7CF153E69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691" y="1076959"/>
            <a:ext cx="5465970" cy="541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29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611561"/>
            <a:ext cx="5119580" cy="69753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:</a:t>
            </a:r>
          </a:p>
        </p:txBody>
      </p:sp>
      <p:pic>
        <p:nvPicPr>
          <p:cNvPr id="38" name="Picture Placeholder 37" descr="People working in office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D16BD-9239-970E-5210-E7CE3FBE7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87" y="1346301"/>
            <a:ext cx="6799031" cy="2223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optimal number of clusters and tuning parameters.</a:t>
            </a:r>
          </a:p>
          <a:p>
            <a:pPr marL="285750" lvl="0" indent="-28575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Interpreting multiple clustering evaluation metrics together.</a:t>
            </a:r>
          </a:p>
          <a:p>
            <a:pPr marL="285750" lvl="0" indent="-28575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consistent preprocessing across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Flask deployments.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C7A577BF-729F-23A1-1D0D-CD72EB3AC9A6}"/>
              </a:ext>
            </a:extLst>
          </p:cNvPr>
          <p:cNvSpPr txBox="1">
            <a:spLocks/>
          </p:cNvSpPr>
          <p:nvPr/>
        </p:nvSpPr>
        <p:spPr>
          <a:xfrm>
            <a:off x="266787" y="3769754"/>
            <a:ext cx="6237478" cy="6975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 :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242E56F-9CD3-4C00-7B5B-E85AD7D69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87" y="4425306"/>
            <a:ext cx="6237478" cy="1669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advanced clustering methods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HDBSCAN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feature engineering for better cluster separation.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on a cloud platform for scalability and monitoring.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737" y="2103437"/>
            <a:ext cx="5055698" cy="1325563"/>
          </a:xfrm>
        </p:spPr>
        <p:txBody>
          <a:bodyPr/>
          <a:lstStyle/>
          <a:p>
            <a:r>
              <a:rPr lang="en-US" sz="5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Thank you…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" name="Graphic 2" descr="Grinning face with solid fill with solid fill">
            <a:extLst>
              <a:ext uri="{FF2B5EF4-FFF2-40B4-BE49-F238E27FC236}">
                <a16:creationId xmlns:a16="http://schemas.microsoft.com/office/drawing/2014/main" id="{F2E912C5-A006-E8A3-B6B1-7CC3033034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1336" y="2615878"/>
            <a:ext cx="813122" cy="8131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54E8FF-50C6-A7E2-E9AD-ED72BFCAF447}"/>
              </a:ext>
            </a:extLst>
          </p:cNvPr>
          <p:cNvSpPr txBox="1"/>
          <p:nvPr/>
        </p:nvSpPr>
        <p:spPr>
          <a:xfrm>
            <a:off x="0" y="6528074"/>
            <a:ext cx="610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Personality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449</TotalTime>
  <Words>581</Words>
  <Application>Microsoft Office PowerPoint</Application>
  <PresentationFormat>Widescreen</PresentationFormat>
  <Paragraphs>120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等线</vt:lpstr>
      <vt:lpstr>Abadi</vt:lpstr>
      <vt:lpstr>Algerian</vt:lpstr>
      <vt:lpstr>Arial</vt:lpstr>
      <vt:lpstr>Calibri</vt:lpstr>
      <vt:lpstr>Posterama</vt:lpstr>
      <vt:lpstr>Posterama Text Black</vt:lpstr>
      <vt:lpstr>Posterama Text SemiBold</vt:lpstr>
      <vt:lpstr>Times New Roman</vt:lpstr>
      <vt:lpstr>Wingdings</vt:lpstr>
      <vt:lpstr>Custom​​</vt:lpstr>
      <vt:lpstr>Customer Personality Analysis …..</vt:lpstr>
      <vt:lpstr>Project Overview:</vt:lpstr>
      <vt:lpstr> Agenda </vt:lpstr>
      <vt:lpstr>Dataset  Overview:</vt:lpstr>
      <vt:lpstr>PowerPoint Presentation</vt:lpstr>
      <vt:lpstr>Feature Engineering</vt:lpstr>
      <vt:lpstr>Exploration Data Analysis :</vt:lpstr>
      <vt:lpstr>Model Building :</vt:lpstr>
      <vt:lpstr>Model Performances :</vt:lpstr>
      <vt:lpstr>Hyperparameter Tuning (K-Means)</vt:lpstr>
      <vt:lpstr>Deployment :</vt:lpstr>
      <vt:lpstr>Final Output</vt:lpstr>
      <vt:lpstr>Challenges Faced :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 mangali</dc:creator>
  <cp:lastModifiedBy>mahesh mangali</cp:lastModifiedBy>
  <cp:revision>1</cp:revision>
  <dcterms:created xsi:type="dcterms:W3CDTF">2025-12-19T09:24:30Z</dcterms:created>
  <dcterms:modified xsi:type="dcterms:W3CDTF">2026-02-02T15:38:09Z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